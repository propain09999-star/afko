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f2810441e5a68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f2810441e5a68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f2810441e5a68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f2810441e5a68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7467e805324c7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7467e805324c7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Whitepaper – PQC Kernel &amp; NIST Standards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14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line “Equipment &amp; Hardware” ($65K): Thales Luna HSM rental + Titan M kits + AWS Nitro Enclaves credits for initial data-flow testing.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line “Subcontracts” ($25K): External lab for FIPS 140-3 pre-audit of our kernel + HSM modules.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Plan (already in Slide 4.7): Months 1–6 rent commercial stack → Months 7–12 build our own kernel modules + TEE.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MLSecOps Convergence Positioning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SecureLead directly addresses the 2026 convergence of DevSecOps and MLSecOps by providing unified agentic security orchestration. It solves OWASP Agentic Security Top 10 risks (meta-security, tool abuse, collusion) while delivering explainable, verifiable, human-anchored autonomy — a clear differentiator for enterprise and government buyers.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SecureLead is now a high-privilege Sector Swarm inside DMAAS. It hardens AI-driven development workflows while reusing the existing hierarchical swarm, Knox-style TEE, Thales Luna HSM, PQC mesh, AI IT management platform, and World Serpent self-funding loop.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SecureLead Sub-Swarms (Expanded Details)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Orchestrator (runs in TEE + Luna HSM): Central policy enforcer, escalation decider, workflow coordinator. Uses AI Governor ML models.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Scanner/Triage: Detects vulns, slopsquatting, supply-chain issues, and agentic risks in AI-generated code.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Oracle: Pulls live data from AETHORFORGE’s IT management platform (tickets, runbooks, telemetry, threat models, RAG-based tribal knowledge).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Verifier/Patcher: LLM proposal → formal methods + sandbox tests → atomic apply + Agent Rewind rollback.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Meta-Guard/Red-Team: Continuous self-auditing, fuzzing, behavioral anomaly detection, and blast-radius microsegmentation.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Auditor/Provenance: HSM-anchored immutable ledger for every decision, Chain-of-Thought, and action.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Proactive Threat Hunter: Novel/zero-day detection, supply-chain monitoring, and agent collusion prevention.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Anchor Layer: Dedicated agent that surfaces high-confidence escalations with plain-language explanations and suggested overrides — preserving AETHORFORGE’s human-centric philosophy.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sub-swarms communicate via the existing PQC-secured DMAAS mesh and are governed by the refined AI Governor ML models (linear → TensorFlow Lite → federated upgrade path).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Whitepaper – PQC Kernel &amp; NIST Standards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SecureLead is now a high-privilege Sector Swarm inside DMAAS. It hardens AI-driven development workflows while reusing the existing hierarchical swarm, Knox-style TEE, Thales Luna HSM, PQC mesh, AI IT management platform, and World Serpent self-funding loop.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SecureLead Sub-Swarms (Expanded Details)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Lead Orchestrator (runs in TEE + Luna HSM): Central policy enforcer, escalation decider, workflow coordinator. Uses AI Governor ML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Real-time Scanner/Triage: Detects vulns, slopsquatting, supply-chain issues, and agentic risks in AI-generated code.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Context Oracle: Pulls live data from AETHORFORGE’s IT management platform (tickets, runbooks, telemetry, threat models, RAG-based tribal knowledge).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Hybrid Verifier/Patcher: LLM proposal → formal methods + sandbox tests → atomic apply + Agent Rewind rollback.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Meta-Guard/Red-Team: Continuous self-auditing, fuzzing, behavioral anomaly detection, and blast-radius microsegmentation.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Auditor/Provenance: HSM-anchored immutable ledger for every decision, Chain-of-Thought, and 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Proactive Threat Hunter: Novel/zero-day detection, supply-chain monitoring, and agent collusion prevention.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Human Anchor Layer: Dedicated agent that surfaces high-confidence escalations with plain-language explanations and suggested overrides — preserving AETHORFORGE’s human-centric philosophy.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Whitepaper – PQC Kernel &amp; NIST Standards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SecureLead directly addresses the 2026 convergence of DevSecOps and MLSecOps by providing unified agentic security orchestration. It solves OWASP Agentic Security Top 10 risks (meta-security, tool abuse, collusion) while delivering explainable, verifiable, human-anchored autonomy — a clear differentiator for enterprise and government buyers.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Config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CONFIG_CRYPTO_KYBER=y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CONFIG_CRYPTO_DILITHIUM=y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CONFIG_CRYPTO_FALCON=y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CONFIG_CRYPTO_SPHINCSPLUS=y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CONFIG_CRYPTO_LIBOQS=y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CONFIG_PQC_HSM_LUNA=y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CONFIG_TEE_PQC_ENCLAVE=y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