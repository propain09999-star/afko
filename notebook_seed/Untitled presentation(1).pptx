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Timeline Table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1–3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Thales Luna HSM + Knox TEE integration, data-flow mapping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4–6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PQC benchmarks, quantum MEV testing, AWS Nitro validation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7–9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Internal TEE prototype development, Incubator planning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10–12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Pilot testing, whitepaper finalization, commercialization roadmap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